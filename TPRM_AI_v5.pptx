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juvesh j - (rejuvesh)" userId="0ba05be4-8d2a-43b1-8227-9146c24f3b63" providerId="ADAL" clId="{73620312-46C3-49C9-9500-193DC129DFDD}"/>
    <pc:docChg chg="modSld">
      <pc:chgData name="rejuvesh j - (rejuvesh)" userId="0ba05be4-8d2a-43b1-8227-9146c24f3b63" providerId="ADAL" clId="{73620312-46C3-49C9-9500-193DC129DFDD}" dt="2026-07-30T05:42:54.669" v="3" actId="20577"/>
      <pc:docMkLst>
        <pc:docMk/>
      </pc:docMkLst>
      <pc:sldChg chg="modSp mod">
        <pc:chgData name="rejuvesh j - (rejuvesh)" userId="0ba05be4-8d2a-43b1-8227-9146c24f3b63" providerId="ADAL" clId="{73620312-46C3-49C9-9500-193DC129DFDD}" dt="2026-07-30T05:42:36.457" v="1" actId="20577"/>
        <pc:sldMkLst>
          <pc:docMk/>
          <pc:sldMk cId="0" sldId="256"/>
        </pc:sldMkLst>
        <pc:spChg chg="mod">
          <ac:chgData name="rejuvesh j - (rejuvesh)" userId="0ba05be4-8d2a-43b1-8227-9146c24f3b63" providerId="ADAL" clId="{73620312-46C3-49C9-9500-193DC129DFDD}" dt="2026-07-30T05:42:36.457" v="1" actId="20577"/>
          <ac:spMkLst>
            <pc:docMk/>
            <pc:sldMk cId="0" sldId="256"/>
            <ac:spMk id="51" creationId="{00000000-0000-0000-0000-000000000000}"/>
          </ac:spMkLst>
        </pc:spChg>
      </pc:sldChg>
      <pc:sldChg chg="modSp mod">
        <pc:chgData name="rejuvesh j - (rejuvesh)" userId="0ba05be4-8d2a-43b1-8227-9146c24f3b63" providerId="ADAL" clId="{73620312-46C3-49C9-9500-193DC129DFDD}" dt="2026-07-30T05:42:54.669" v="3" actId="20577"/>
        <pc:sldMkLst>
          <pc:docMk/>
          <pc:sldMk cId="0" sldId="257"/>
        </pc:sldMkLst>
        <pc:spChg chg="mod">
          <ac:chgData name="rejuvesh j - (rejuvesh)" userId="0ba05be4-8d2a-43b1-8227-9146c24f3b63" providerId="ADAL" clId="{73620312-46C3-49C9-9500-193DC129DFDD}" dt="2026-07-30T05:42:54.669" v="3" actId="20577"/>
          <ac:spMkLst>
            <pc:docMk/>
            <pc:sldMk cId="0" sldId="257"/>
            <ac:spMk id="5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23444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TPRM AI  |  Assessment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804672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D4AA"/>
                </a:solidFill>
              </a:rPr>
              <a:t>From Weeks of Manual Work to Minutes of Smart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1548872" cy="27432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" y="1389888"/>
            <a:ext cx="5760720" cy="1536192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6888" y="1389888"/>
            <a:ext cx="54864" cy="15361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3192" y="1545336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499616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Smart Vendor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819656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Instant risk scoring before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084832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Automatically evaluates each vendor's sensitivity — data access, cloud usage, financial exposure — before any engagement begins.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89888"/>
            <a:ext cx="5760720" cy="1536192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389888"/>
            <a:ext cx="54864" cy="15361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18504" y="1545336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15361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1499616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Automatic Document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1819656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AI reads vendor documents so your team doesn't have 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084832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Upload questionnaires and evidence files. The platform reads, analyses and scores them instantly — no manual page-by-page review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" y="3072384"/>
            <a:ext cx="5760720" cy="1536192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6888" y="3072384"/>
            <a:ext cx="54864" cy="15361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3192" y="3227832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32186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18211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Compliance Gap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502152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Pinpoints exactly where risks and gaps exist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767328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Compares vendor claims against Titan's policies and contracts. Flags missing controls, policy conflicts and unsupported claims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072384"/>
            <a:ext cx="5760720" cy="1536192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072384"/>
            <a:ext cx="54864" cy="15361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18504" y="3227832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4" y="32186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318211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Actionable Remediation Plans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3502152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Clear steps to fix every risk found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3767328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For every gap identified, a prioritised action plan is generated with owners, deadlines and success criteria — ready to share with vendors.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" y="4754879"/>
            <a:ext cx="5760720" cy="1536192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46888" y="4754879"/>
            <a:ext cx="54864" cy="15361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93192" y="4910327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3192" y="4901183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4864607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Contract Protection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" y="5184647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Safeguard Titan with the right contract clauses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5449823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Recommends contract clauses tailored to gaps found — covering data protection, incident response and compliance obligations.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754879"/>
            <a:ext cx="5760720" cy="1536192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72200" y="4754879"/>
            <a:ext cx="54864" cy="15361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18504" y="4910327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18504" y="4901183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7144" y="4864607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Reports &amp; Live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67144" y="5184647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Audit-ready reports generated in one click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67144" y="5449823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Executive summaries and gap tables exported as PDF or Word. Live dashboard tracks all vendors and open risks at a glance.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6263640"/>
            <a:ext cx="1218895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0" y="6355080"/>
            <a:ext cx="121889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8899AA"/>
                </a:solidFill>
              </a:rPr>
              <a:t>CONFIDENTIAL  |  Titan Company Limited  |  202</a:t>
            </a:r>
            <a:r>
              <a:rPr lang="en-US" sz="800" b="0" i="0" dirty="0">
                <a:solidFill>
                  <a:srgbClr val="8899AA"/>
                </a:solidFill>
              </a:rPr>
              <a:t>6</a:t>
            </a:r>
            <a:endParaRPr sz="800" b="0" i="0" dirty="0">
              <a:solidFill>
                <a:srgbClr val="8899AA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448288" y="6318504"/>
            <a:ext cx="438912" cy="25603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448288" y="631850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D4AA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6012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82880"/>
            <a:ext cx="2011680" cy="3108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2E"/>
                </a:solidFill>
              </a:rPr>
              <a:t>IMPACT &amp;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155448"/>
            <a:ext cx="9418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Built for Enterprise — Secure, Scalable &amp; Easy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64922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AA"/>
                </a:solidFill>
              </a:rPr>
              <a:t>Designed to fit seamlessly within Titan's existing processes and compliance standards.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60704"/>
            <a:ext cx="11548872" cy="27432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210312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0D4AA"/>
                </a:solidFill>
              </a:rPr>
              <a:t>TPRM AI  |  Assessment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" y="1170432"/>
            <a:ext cx="5440680" cy="4846320"/>
          </a:xfrm>
          <a:prstGeom prst="rect">
            <a:avLst/>
          </a:prstGeom>
          <a:solidFill>
            <a:srgbClr val="0F2A4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" y="1170432"/>
            <a:ext cx="5440680" cy="457200"/>
          </a:xfrm>
          <a:prstGeom prst="rect">
            <a:avLst/>
          </a:prstGeom>
          <a:solidFill>
            <a:srgbClr val="00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BUSINESS IMPACT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55648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8288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Reduction in manual assessment effort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31136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50545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~10×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5786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Faster vendor assessment turnaround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80944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255263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32841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Consistent, unbiased risk scoring every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730752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0050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0782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Missed gaps — AI reviews every document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80560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75488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8280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Unified platform for all vendor risk activities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230368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1170432"/>
            <a:ext cx="5943600" cy="116128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1170432"/>
            <a:ext cx="54864" cy="1161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53912" y="1353312"/>
            <a:ext cx="402336" cy="402336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53912" y="13350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12618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Secure Access &amp; Single Sign-On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264" y="159105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Integrates with Titan's Azure AD. Role-based access ensures the right people see the right data — with complete audit trails.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2404872"/>
            <a:ext cx="5943600" cy="116128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89320" y="2404872"/>
            <a:ext cx="54864" cy="1161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53912" y="2587752"/>
            <a:ext cx="402336" cy="402336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53912" y="25694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4264" y="24963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Instant Vendor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4264" y="282549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Send risk findings directly to vendor contacts in one click. Fully formatted notifications — no manual emails required.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639312"/>
            <a:ext cx="5943600" cy="116128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89320" y="3639312"/>
            <a:ext cx="54864" cy="1161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53912" y="3822191"/>
            <a:ext cx="402336" cy="402336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53912" y="380390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84264" y="37307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Admin &amp; Pipeline Controls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84264" y="405993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Manage users, upload Titan's policies as reference standards and control all platform settings from one admin panel.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4873752"/>
            <a:ext cx="5943600" cy="116128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89320" y="4873752"/>
            <a:ext cx="54864" cy="1161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53912" y="5056632"/>
            <a:ext cx="402336" cy="402336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53912" y="5038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4264" y="496519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Live Risk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84264" y="529437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Track active assessments, vendor risk trends and open gaps — giving leadership a clear, real-time picture of third-party exposure.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263640"/>
            <a:ext cx="1218895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0" y="6355080"/>
            <a:ext cx="121889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8899AA"/>
                </a:solidFill>
              </a:rPr>
              <a:t>CONFIDENTIAL  |  Titan Company Limited  |  202</a:t>
            </a:r>
            <a:r>
              <a:rPr lang="en-US" sz="800" b="0" i="0" dirty="0">
                <a:solidFill>
                  <a:srgbClr val="8899AA"/>
                </a:solidFill>
              </a:rPr>
              <a:t>6</a:t>
            </a:r>
            <a:endParaRPr sz="800" b="0" i="0" dirty="0">
              <a:solidFill>
                <a:srgbClr val="8899AA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448288" y="6318504"/>
            <a:ext cx="438912" cy="25603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448288" y="631850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D4AA"/>
                </a:solidFill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405</Words>
  <Application>Microsoft Office PowerPoint</Application>
  <PresentationFormat>Custom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rejuvesh j - (rejuvesh)</cp:lastModifiedBy>
  <cp:revision>1</cp:revision>
  <dcterms:created xsi:type="dcterms:W3CDTF">2013-01-27T09:14:16Z</dcterms:created>
  <dcterms:modified xsi:type="dcterms:W3CDTF">2026-07-30T05:43:06Z</dcterms:modified>
  <cp:category/>
</cp:coreProperties>
</file>